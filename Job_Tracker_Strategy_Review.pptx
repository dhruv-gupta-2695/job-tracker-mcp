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d2c0d6a8-d2c0-9491-0468-7f719d3313ef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Tracker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personal automation to a product strangers can use — the problem, the original build, the plan, and what we actually settled 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REVIEW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538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applications, too little memory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465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 30–50 jobs a day means every posting needs a freshly tailored CV and cover letter — and it's easy to lose track of what was sent where.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243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becomes its own chore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169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dates and follow-ups end up scattered across an inbox, a spreadsheet, and memory — with no single place that shows the whole pipeline.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app-switching adds cognitive load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87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a CV, writing a cover letter, and logging the application each live in a different tool, so every single application means several context switches.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0200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651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pivot: from personal tool to shared product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this from a one-person script into something real strangers can use — each bringing their own free AI key, with no security compromise and no cost to the builder.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Started: The Original Build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tool, built for one user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scanning via GitHub Actions — reads confirmation emails to log applications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69464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963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as the database — zero infrastructure, built around a single account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82696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2095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webapp on Render's free tier — tailors CVs and cover letters using the owner's own Gemini 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9592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2277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password (HTTP Basic Auth) — fine for one person, not for the public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783080"/>
            <a:ext cx="420624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day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usage volume that shaped the original design — and the reason tailoring and tracking needed to be fast, not just functional.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Planned To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480560"/>
          </a:xfrm>
          <a:prstGeom prst="roundRect">
            <a:avLst>
              <a:gd name="adj" fmla="val 2041"/>
            </a:avLst>
          </a:prstGeom>
          <a:solidFill>
            <a:schemeClr val="bg2">
              <a:alpha val="4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tool to real strangers, not just the builder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87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brings their own free Gemini API key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95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must be “completely secure”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313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the builder, under any circumstances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40680" cy="4480560"/>
          </a:xfrm>
          <a:prstGeom prst="roundRect">
            <a:avLst>
              <a:gd name="adj" fmla="val 2041"/>
            </a:avLst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1481328"/>
            <a:ext cx="14173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0" y="1481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WE EXPLORED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live application form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331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browser that auto-captures job title and company while the user fills out an application — so nothing has to be typed twice.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selectively see 3 fields — it's all-or-nothing page access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76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major ATS platforms forbid automated form interaction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3068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paid, per-user infrastructure — breaks “zero cost”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37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keylogger from the outside, however it's built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Settled 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>
              <a:alpha val="45000"/>
            </a:schemeClr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2704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tailoring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job link or text, get a tailored CV + cover letter — nothing is stored on the server.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>
              <a:alpha val="45000"/>
            </a:schemeClr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44568" y="152704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44568" y="173736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Paste, don't automate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30552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Gmail scanning, no embedded browser for v1 — the user pastes the job info by hand.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32588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>
              <a:alpha val="45000"/>
            </a:schemeClr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39328" y="152704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9328" y="173736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via Firebase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130552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for login, Firestore for storage — each user's data isolated by security rules.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>
              <a:alpha val="45000"/>
            </a:schemeClr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81304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402336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board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416552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HubSpot-style board — drag each application through stages like Applied, Interview, Offer.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361188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>
              <a:alpha val="45000"/>
            </a:schemeClr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44568" y="381304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44568" y="402336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spreadsheet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4416552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full tracker as a file on demand, generated fresh each time — nothing persisted in between.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61188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>
              <a:alpha val="45000"/>
            </a:schemeClr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3813048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39328" y="402336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updates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416552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connect their own bot token and chat ID to get notified of status changes.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2004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749040" y="1325880"/>
            <a:ext cx="416052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86200" y="1325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09560" y="1325880"/>
            <a:ext cx="416052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0" y="1325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Gave 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20040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83794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tailoring tool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783080"/>
            <a:ext cx="416052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183794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breach — zero server-side liability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1783080"/>
            <a:ext cx="416052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83794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applications or tailoring history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32888"/>
            <a:ext cx="3200400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5877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embedded browser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2532888"/>
            <a:ext cx="4160520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6200" y="25877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ToS violations and the “keylogger” trust problem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0" y="2532888"/>
            <a:ext cx="4160520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5877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still paste job details in by hand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320040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337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 Gemini key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3282696"/>
            <a:ext cx="416052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33375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cost to the builder, at any volume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3282696"/>
            <a:ext cx="416052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3375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handling becomes the user's own responsibility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032504"/>
            <a:ext cx="3200400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087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via Firebase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0" y="4032504"/>
            <a:ext cx="4160520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86200" y="40873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pipeline board, Telegram, and history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4032504"/>
            <a:ext cx="4160520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40873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Reopens storage and security questions; no longer anonymous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782312"/>
            <a:ext cx="320040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837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infrastructure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49040" y="4782312"/>
            <a:ext cx="416052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86200" y="48371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product costs $0 to run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09560" y="4782312"/>
            <a:ext cx="4160520" cy="749808"/>
          </a:xfrm>
          <a:prstGeom prst="rect">
            <a:avLst/>
          </a:prstGeom>
          <a:solidFill>
            <a:schemeClr val="bg2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0" y="48371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limits under concurrent strangers — still unverified at scale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v1 is locked: stateless tailoring, paste-only input, Firebase accounts, the pipeline board, spreadsheet export, and Telegram updates.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1560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48920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DO FIRST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19379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Gemini's free-tier rate limits under simulated concurrent, multi-tenant load — the entire zero-cost pitch depends on this holding 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TrackerReview">
  <a:themeElements>
    <a:clrScheme name="JobTrackerReview">
      <a:dk1>
        <a:srgbClr val="1E2761"/>
      </a:dk1>
      <a:lt1>
        <a:srgbClr val="FFFFFF"/>
      </a:lt1>
      <a:dk2>
        <a:srgbClr val="0B1740"/>
      </a:dk2>
      <a:lt2>
        <a:srgbClr val="CADCFC"/>
      </a:lt2>
      <a:accent1>
        <a:srgbClr val="02C39A"/>
      </a:accent1>
      <a:accent2>
        <a:srgbClr val="F96167"/>
      </a:accent2>
      <a:accent3>
        <a:srgbClr val="1C7293"/>
      </a:accent3>
      <a:accent4>
        <a:srgbClr val="CADCFC"/>
      </a:accent4>
      <a:accent5>
        <a:srgbClr val="0B1740"/>
      </a:accent5>
      <a:accent6>
        <a:srgbClr val="02C39A"/>
      </a:accent6>
      <a:hlink>
        <a:srgbClr val="02C39A"/>
      </a:hlink>
      <a:folHlink>
        <a:srgbClr val="1C7293"/>
      </a:folHlink>
    </a:clrScheme>
    <a:fontScheme name="JobTracker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2026-10-07T15:46:48Z</dcterms:created>
  <dcterms:modified xsi:type="dcterms:W3CDTF">2026-10-07T15:46:48Z</dcterms:modified>
</cp:coreProperties>
</file>